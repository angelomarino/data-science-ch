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7B1376E-C8AE-4173-B5DF-45BDC5DD82E7}" type="datetimeFigureOut">
              <a:rPr lang="es-AR" smtClean="0"/>
              <a:t>19/9/2024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16468EB-425B-4DE7-BA57-62E4E2DF92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48367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376E-C8AE-4173-B5DF-45BDC5DD82E7}" type="datetimeFigureOut">
              <a:rPr lang="es-AR" smtClean="0"/>
              <a:t>19/9/2024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68EB-425B-4DE7-BA57-62E4E2DF92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91542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376E-C8AE-4173-B5DF-45BDC5DD82E7}" type="datetimeFigureOut">
              <a:rPr lang="es-AR" smtClean="0"/>
              <a:t>19/9/2024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68EB-425B-4DE7-BA57-62E4E2DF92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7423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376E-C8AE-4173-B5DF-45BDC5DD82E7}" type="datetimeFigureOut">
              <a:rPr lang="es-AR" smtClean="0"/>
              <a:t>19/9/2024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68EB-425B-4DE7-BA57-62E4E2DF92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255234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376E-C8AE-4173-B5DF-45BDC5DD82E7}" type="datetimeFigureOut">
              <a:rPr lang="es-AR" smtClean="0"/>
              <a:t>19/9/2024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68EB-425B-4DE7-BA57-62E4E2DF92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77113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376E-C8AE-4173-B5DF-45BDC5DD82E7}" type="datetimeFigureOut">
              <a:rPr lang="es-AR" smtClean="0"/>
              <a:t>19/9/2024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68EB-425B-4DE7-BA57-62E4E2DF92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83617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376E-C8AE-4173-B5DF-45BDC5DD82E7}" type="datetimeFigureOut">
              <a:rPr lang="es-AR" smtClean="0"/>
              <a:t>19/9/2024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68EB-425B-4DE7-BA57-62E4E2DF92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87000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376E-C8AE-4173-B5DF-45BDC5DD82E7}" type="datetimeFigureOut">
              <a:rPr lang="es-AR" smtClean="0"/>
              <a:t>19/9/2024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68EB-425B-4DE7-BA57-62E4E2DF92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52497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376E-C8AE-4173-B5DF-45BDC5DD82E7}" type="datetimeFigureOut">
              <a:rPr lang="es-AR" smtClean="0"/>
              <a:t>19/9/2024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68EB-425B-4DE7-BA57-62E4E2DF92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4957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376E-C8AE-4173-B5DF-45BDC5DD82E7}" type="datetimeFigureOut">
              <a:rPr lang="es-AR" smtClean="0"/>
              <a:t>19/9/2024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68EB-425B-4DE7-BA57-62E4E2DF92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36496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376E-C8AE-4173-B5DF-45BDC5DD82E7}" type="datetimeFigureOut">
              <a:rPr lang="es-AR" smtClean="0"/>
              <a:t>19/9/2024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68EB-425B-4DE7-BA57-62E4E2DF92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23831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376E-C8AE-4173-B5DF-45BDC5DD82E7}" type="datetimeFigureOut">
              <a:rPr lang="es-AR" smtClean="0"/>
              <a:t>19/9/2024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68EB-425B-4DE7-BA57-62E4E2DF9278}" type="slidenum">
              <a:rPr lang="es-AR" smtClean="0"/>
              <a:t>‹Nº›</a:t>
            </a:fld>
            <a:endParaRPr lang="es-A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3499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376E-C8AE-4173-B5DF-45BDC5DD82E7}" type="datetimeFigureOut">
              <a:rPr lang="es-AR" smtClean="0"/>
              <a:t>19/9/2024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68EB-425B-4DE7-BA57-62E4E2DF92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81457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376E-C8AE-4173-B5DF-45BDC5DD82E7}" type="datetimeFigureOut">
              <a:rPr lang="es-AR" smtClean="0"/>
              <a:t>19/9/2024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68EB-425B-4DE7-BA57-62E4E2DF92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7506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376E-C8AE-4173-B5DF-45BDC5DD82E7}" type="datetimeFigureOut">
              <a:rPr lang="es-AR" smtClean="0"/>
              <a:t>19/9/2024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68EB-425B-4DE7-BA57-62E4E2DF92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33441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376E-C8AE-4173-B5DF-45BDC5DD82E7}" type="datetimeFigureOut">
              <a:rPr lang="es-AR" smtClean="0"/>
              <a:t>19/9/2024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68EB-425B-4DE7-BA57-62E4E2DF92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921925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376E-C8AE-4173-B5DF-45BDC5DD82E7}" type="datetimeFigureOut">
              <a:rPr lang="es-AR" smtClean="0"/>
              <a:t>19/9/2024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468EB-425B-4DE7-BA57-62E4E2DF92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9932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1376E-C8AE-4173-B5DF-45BDC5DD82E7}" type="datetimeFigureOut">
              <a:rPr lang="es-AR" smtClean="0"/>
              <a:t>19/9/2024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468EB-425B-4DE7-BA57-62E4E2DF927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301981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  <p:sldLayoutId id="2147483804" r:id="rId16"/>
    <p:sldLayoutId id="214748380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2BD3A-0D69-380C-A42D-932745DE0C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PROYECTO FINAL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5C926C-A789-917F-EEE8-C2C399E7D9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Angelo Marino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912472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04EC9-3242-2709-DF71-0F92911B0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PRESENTACION	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8B10F6-2A15-E281-A847-8096993E7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Mi nombre es Angelo, trabajo en el área de </a:t>
            </a:r>
            <a:r>
              <a:rPr lang="es-ES" dirty="0" err="1"/>
              <a:t>Bussines</a:t>
            </a:r>
            <a:r>
              <a:rPr lang="es-ES" dirty="0"/>
              <a:t> </a:t>
            </a:r>
            <a:r>
              <a:rPr lang="es-ES" dirty="0" err="1"/>
              <a:t>Analitycs</a:t>
            </a:r>
            <a:r>
              <a:rPr lang="es-ES" dirty="0"/>
              <a:t> en una empresa que brinda terminales de cobro.</a:t>
            </a:r>
          </a:p>
          <a:p>
            <a:pPr marL="0" indent="0">
              <a:buNone/>
            </a:pPr>
            <a:r>
              <a:rPr lang="es-ES" dirty="0"/>
              <a:t>Contamos con un servicio muy dinámico, en donde tenemos empleados técnicos que asisten a diversos comercios para solucionar inconvenientes con las propias terminales.</a:t>
            </a:r>
          </a:p>
          <a:p>
            <a:pPr marL="0" indent="0">
              <a:buNone/>
            </a:pPr>
            <a:r>
              <a:rPr lang="es-ES" dirty="0"/>
              <a:t>El objetivo de este proyecto, es buscar y predecir cuantas de esas terminales cuentan con 2 o mas asistencias en un plazo de 30 días.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95512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C09AD5-C7D4-8BAA-E92E-AFBBF285C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¿Por qué del objetivo?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F08B7A-55A1-F9E1-66D7-E345A419B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Estas terminales, que cuentan con una segunda o mas asistencias en el plazo de tiempo dicho, no se facturan debido a que cuentan con un plazo de garantía.</a:t>
            </a:r>
          </a:p>
          <a:p>
            <a:r>
              <a:rPr lang="es-ES" dirty="0"/>
              <a:t>Con este modelo, busco predecir patrones entre estas terminales para calcular potenciales perdidas y abordarlas a tiempo.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828984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FA8672-AB0D-0466-0E2F-C1C04F551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327514"/>
            <a:ext cx="9905998" cy="1478570"/>
          </a:xfrm>
        </p:spPr>
        <p:txBody>
          <a:bodyPr/>
          <a:lstStyle/>
          <a:p>
            <a:r>
              <a:rPr lang="es-ES" dirty="0"/>
              <a:t>¿Cómo lo hacemos?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056E22-AD75-7D6F-D93B-167CF9EC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78634"/>
            <a:ext cx="9905999" cy="4412567"/>
          </a:xfrm>
        </p:spPr>
        <p:txBody>
          <a:bodyPr/>
          <a:lstStyle/>
          <a:p>
            <a:r>
              <a:rPr lang="es-ES" dirty="0"/>
              <a:t>Primero, cada terminal cuenta con un numero de identificación (Numero de Terminal).</a:t>
            </a:r>
          </a:p>
          <a:p>
            <a:r>
              <a:rPr lang="es-ES" dirty="0"/>
              <a:t>Podemos duplicar los números de terminal para poder visualizar cuantas veces se asistió a esta terminal. </a:t>
            </a: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2CC21B1-CA50-7212-19EB-4A02803BC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375" y="3429000"/>
            <a:ext cx="6441074" cy="305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195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B8208-1473-153E-F39F-98C5ACEF1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lo hacemos?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06DD17-2635-2A6B-3317-23E019ED0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Luego, identifico los duplicados creando una nueva columna que indique si es o no duplicado.</a:t>
            </a:r>
          </a:p>
          <a:p>
            <a:endParaRPr lang="es-ES" dirty="0"/>
          </a:p>
          <a:p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0E8588-6431-1C0B-087D-C0CF17E3A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48" y="3267682"/>
            <a:ext cx="976312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227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1D372-AAEE-D602-830E-554AB1511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34819"/>
            <a:ext cx="9905998" cy="1478570"/>
          </a:xfrm>
        </p:spPr>
        <p:txBody>
          <a:bodyPr/>
          <a:lstStyle/>
          <a:p>
            <a:r>
              <a:rPr lang="es-ES" dirty="0"/>
              <a:t>¿Cómo lo hacemos?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1A8937-F697-7598-3C76-B56EB1483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736" y="1813389"/>
            <a:ext cx="9905999" cy="3541714"/>
          </a:xfrm>
        </p:spPr>
        <p:txBody>
          <a:bodyPr/>
          <a:lstStyle/>
          <a:p>
            <a:r>
              <a:rPr lang="es-ES" dirty="0"/>
              <a:t>A continuación, para visualizar la cantidad de duplicados por mes, me aseguro que las columnas con fechas, tengan este formato y luego, agrupo la cantidad de duplicados por tipo de orden.</a:t>
            </a:r>
          </a:p>
          <a:p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92CAAF8-27C6-DCCB-A8B2-8D331B0EB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579" y="3291959"/>
            <a:ext cx="7901061" cy="341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836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FA16F2-4E3A-9D96-6BFE-41DEF7C4E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327514"/>
            <a:ext cx="9905998" cy="1478570"/>
          </a:xfrm>
        </p:spPr>
        <p:txBody>
          <a:bodyPr/>
          <a:lstStyle/>
          <a:p>
            <a:r>
              <a:rPr lang="es-ES" dirty="0"/>
              <a:t>¿Cómo lo hacemos?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49DF75-D351-997A-AC6A-9DEEE0654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Al contar con muchos resultados, empiezo a depurar el </a:t>
            </a:r>
            <a:r>
              <a:rPr lang="es-ES" dirty="0" err="1"/>
              <a:t>dataset</a:t>
            </a:r>
            <a:r>
              <a:rPr lang="es-ES" dirty="0"/>
              <a:t> para solo contar con datos que sirven al objetivo.</a:t>
            </a:r>
          </a:p>
          <a:p>
            <a:r>
              <a:rPr lang="es-ES" dirty="0"/>
              <a:t>Existen diversos tipos de cierres, pero la garantía solo aplica a orden AV.</a:t>
            </a:r>
          </a:p>
          <a:p>
            <a:endParaRPr lang="es-ES" dirty="0"/>
          </a:p>
          <a:p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0973A33-B1C9-EABD-2CA2-83052D27A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29" y="4224483"/>
            <a:ext cx="547687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923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6905FB-9A81-96FB-D68C-85460D38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lo hacemos?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5F8C12-9128-10AC-9C98-4FAA408A9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Luego, ya puedo utilizar una visualización para poder tener una primera imagen de los resultados.</a:t>
            </a:r>
          </a:p>
          <a:p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51F5DBE-32FE-4AFE-EBD4-E54C6842C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317" y="3247683"/>
            <a:ext cx="10659868" cy="302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837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CB503-90C6-EED2-5B46-755AA0B05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lo hacemos?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6BC17E-7C26-0FFD-8357-6C7BE6C6E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Aun </a:t>
            </a:r>
            <a:r>
              <a:rPr lang="es-ES" dirty="0" err="1"/>
              <a:t>asi</a:t>
            </a:r>
            <a:r>
              <a:rPr lang="es-ES" dirty="0"/>
              <a:t>, se puede depurar aun mas el </a:t>
            </a:r>
            <a:r>
              <a:rPr lang="es-ES" dirty="0" err="1"/>
              <a:t>Dataset</a:t>
            </a:r>
            <a:r>
              <a:rPr lang="es-ES" dirty="0"/>
              <a:t>.</a:t>
            </a:r>
            <a:endParaRPr lang="es-AR" dirty="0"/>
          </a:p>
          <a:p>
            <a:pPr marL="0" indent="0">
              <a:buNone/>
            </a:pPr>
            <a:r>
              <a:rPr lang="es-AR" dirty="0"/>
              <a:t>Anteriormente se duplicaron los valores de terminales, pero esto también incluye la primer orden histórica, que no se encuentra nunca en garantía, por lo que excluyo los valores originales y utilizo una nueva </a:t>
            </a:r>
            <a:r>
              <a:rPr lang="es-AR" dirty="0" err="1"/>
              <a:t>visualizacion</a:t>
            </a:r>
            <a:endParaRPr lang="es-AR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FC97512-4EE1-8C25-6EC7-2BB5BD1CE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4429125"/>
            <a:ext cx="9610725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51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16016-6ACA-5194-EE22-1190118A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lo hacemos?</a:t>
            </a:r>
            <a:endParaRPr lang="es-AR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D2EB396-BACC-A5DE-449C-212EF24400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8129" y="2249488"/>
            <a:ext cx="8876714" cy="4320124"/>
          </a:xfrm>
        </p:spPr>
      </p:pic>
    </p:spTree>
    <p:extLst>
      <p:ext uri="{BB962C8B-B14F-4D97-AF65-F5344CB8AC3E}">
        <p14:creationId xmlns:p14="http://schemas.microsoft.com/office/powerpoint/2010/main" val="15416262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21</TotalTime>
  <Words>356</Words>
  <Application>Microsoft Office PowerPoint</Application>
  <PresentationFormat>Panorámica</PresentationFormat>
  <Paragraphs>25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Circuito</vt:lpstr>
      <vt:lpstr>PROYECTO FINAL</vt:lpstr>
      <vt:lpstr>PRESENTACION </vt:lpstr>
      <vt:lpstr>¿Por qué del objetivo?</vt:lpstr>
      <vt:lpstr>¿Cómo lo hacemos?</vt:lpstr>
      <vt:lpstr>¿Cómo lo hacemos?</vt:lpstr>
      <vt:lpstr>¿Cómo lo hacemos?</vt:lpstr>
      <vt:lpstr>¿Cómo lo hacemos?</vt:lpstr>
      <vt:lpstr>¿Cómo lo hacemos?</vt:lpstr>
      <vt:lpstr>¿Cómo lo hacemos?</vt:lpstr>
      <vt:lpstr>¿Cómo lo hacemos?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amarino</dc:creator>
  <cp:lastModifiedBy>amarino</cp:lastModifiedBy>
  <cp:revision>1</cp:revision>
  <dcterms:created xsi:type="dcterms:W3CDTF">2024-09-19T16:48:52Z</dcterms:created>
  <dcterms:modified xsi:type="dcterms:W3CDTF">2024-09-19T17:10:41Z</dcterms:modified>
</cp:coreProperties>
</file>